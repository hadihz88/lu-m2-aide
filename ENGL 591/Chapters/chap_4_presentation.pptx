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9" r:id="rId8"/>
    <p:sldId id="270" r:id="rId9"/>
    <p:sldId id="263" r:id="rId10"/>
    <p:sldId id="264" r:id="rId11"/>
    <p:sldId id="265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F6C49-2604-49AB-980B-ED86FBD26380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47072-0EF6-47EB-9FF4-D62B65279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41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1EBF-2B92-46FB-94A1-9A3EB7A006F3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67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AE1DC-CD21-4215-B3B7-780E2D03D9BC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25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A1F57-946D-444A-9FDD-6A72305967E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53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2B228-441E-4D9D-AC7D-CB2D65E377D8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46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4795-8C4D-436E-A987-142FEEFBCE66}" type="datetime1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0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7B22F-A112-499D-8920-07D809F634F2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1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7C84F-4B51-47CC-A3B5-6B87BD8F7F92}" type="datetime1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7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9544-FB74-42FD-88F8-1EA8919D4811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3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01EE1-214C-48D7-A8FB-F2E5D652D414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66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FC973-A936-43FB-AF84-44116738C6DA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84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008ED-A371-4297-81D6-60BF7AD9926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2443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2BCB9-9A31-4744-9533-210604A8EF47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45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A6D01-23CE-4EF2-8822-AB1BF9C325CA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524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09BBC-B55C-4530-999E-7C7D4E3B0FEF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27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42C3-CBD8-4594-9F9D-AF6903801336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19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3930-9EA1-4140-B871-A1C684BF8699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86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1C004-4B54-4DC6-A28E-9072E0F0CBC5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to Make a Scientific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Scientific English for AI &amp; Deep Learning Students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2BAAE-6C3E-1B9F-8419-F78CA3794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Understand the structure of a scientific presentation.</a:t>
            </a:r>
          </a:p>
          <a:p>
            <a:r>
              <a:t>Design clear and professional slides.</a:t>
            </a:r>
          </a:p>
          <a:p>
            <a:r>
              <a:t>Practice delivery and answer questions confidently.</a:t>
            </a:r>
          </a:p>
          <a:p>
            <a:r>
              <a:t>Apply presentation skills to AI and Deep Learning topics.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C6CC1-70B5-8F5B-6FE5-17F7FE32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Presentations Matter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Communicate complex research clearly</a:t>
            </a:r>
            <a:r>
              <a:rPr lang="en-US" dirty="0"/>
              <a:t>.</a:t>
            </a:r>
            <a:endParaRPr dirty="0"/>
          </a:p>
          <a:p>
            <a:r>
              <a:rPr dirty="0"/>
              <a:t>Present at conferences, defenses, and AI project showcases.</a:t>
            </a:r>
          </a:p>
          <a:p>
            <a:r>
              <a:rPr dirty="0"/>
              <a:t>Showcase innovation and results professionally.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9A876-CE17-1842-C98D-F358013F2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a Scientific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Introduction – What problem are you solving?</a:t>
            </a:r>
          </a:p>
          <a:p>
            <a:r>
              <a:t>Methods – How did you approach it?</a:t>
            </a:r>
          </a:p>
          <a:p>
            <a:r>
              <a:t>Results – What did you find?</a:t>
            </a:r>
          </a:p>
          <a:p>
            <a:r>
              <a:t>Conclusion – Why is it important?</a:t>
            </a:r>
          </a:p>
          <a:p>
            <a:r>
              <a:t>Questions – Be ready to discuss your 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53E08-21D1-2D60-A272-177A40ADD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Preparing Effective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1 minute per slide – keep it concise.</a:t>
            </a:r>
          </a:p>
          <a:p>
            <a:r>
              <a:t>Use visuals: graphs, models, and datasets.</a:t>
            </a:r>
          </a:p>
          <a:p>
            <a:r>
              <a:t>Avoid long paragraphs or red text.</a:t>
            </a:r>
          </a:p>
          <a:p>
            <a:r>
              <a:t>Keep consistent style and colors.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DA43C-25DB-33A5-379E-FE16D26F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Activity </a:t>
            </a:r>
            <a:r>
              <a:rPr lang="en-US" dirty="0"/>
              <a:t>1</a:t>
            </a:r>
            <a:r>
              <a:rPr dirty="0"/>
              <a:t> – Visual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Examine two example slides (good vs bad). Decide which one communicates better and explain why.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A8B5A-A0D3-6508-EE9A-64782519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>
                <a:solidFill>
                  <a:srgbClr val="FF0000"/>
                </a:solidFill>
              </a:rPr>
              <a:t>Deep learning is a very complicated topic and we used a lot of layers and a lot of data to train the model and it was very difficult to do because the computer was slow and it took many hours to train and we used a convolutional neural network that achieved 89% accuracy but we think it can be better if we had more GPUs and more data and maybe we can add dropout layers.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243C2-198B-A31D-F930-39ED8309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Model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5897" y="1930400"/>
            <a:ext cx="72822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just">
              <a:defRPr sz="2000"/>
            </a:pPr>
            <a:r>
              <a:rPr dirty="0"/>
              <a:t>Dataset: 10,000 labeled images (80% train, 20% test)</a:t>
            </a:r>
          </a:p>
          <a:p>
            <a:pPr algn="just">
              <a:defRPr sz="2000"/>
            </a:pPr>
            <a:r>
              <a:rPr dirty="0"/>
              <a:t>Model: 5-layer Convolutional Neural Network (CNN)</a:t>
            </a:r>
          </a:p>
          <a:p>
            <a:pPr algn="just">
              <a:defRPr sz="2000"/>
            </a:pPr>
            <a:r>
              <a:rPr dirty="0"/>
              <a:t>Accuracy: 89% on test set</a:t>
            </a:r>
          </a:p>
          <a:p>
            <a:pPr algn="just">
              <a:defRPr sz="2000"/>
            </a:pPr>
            <a:r>
              <a:rPr dirty="0"/>
              <a:t>Next step: Add dropout &amp; tune learning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827638" y="3772525"/>
            <a:ext cx="2466906" cy="1320800"/>
          </a:xfrm>
          <a:prstGeom prst="rect">
            <a:avLst/>
          </a:prstGeom>
          <a:solidFill>
            <a:srgbClr val="E6F0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📊 </a:t>
            </a:r>
            <a:r>
              <a:rPr dirty="0">
                <a:solidFill>
                  <a:schemeClr val="tx2"/>
                </a:solidFill>
              </a:rPr>
              <a:t>CNN Accuracy Graph Placeholder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2838" y="5390170"/>
            <a:ext cx="5133136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🤖 </a:t>
            </a:r>
            <a:r>
              <a:rPr b="1" dirty="0"/>
              <a:t>Model: </a:t>
            </a:r>
            <a:r>
              <a:rPr dirty="0"/>
              <a:t>Convolutional Neural Network (CNN)</a:t>
            </a:r>
          </a:p>
          <a:p>
            <a:pPr>
              <a:defRPr sz="1800"/>
            </a:pPr>
            <a:r>
              <a:rPr dirty="0"/>
              <a:t>🧠 </a:t>
            </a:r>
            <a:r>
              <a:rPr b="1" dirty="0"/>
              <a:t>Task: </a:t>
            </a:r>
            <a:r>
              <a:rPr dirty="0"/>
              <a:t>Image Recognition</a:t>
            </a:r>
          </a:p>
          <a:p>
            <a:pPr>
              <a:defRPr sz="1800"/>
            </a:pPr>
            <a:r>
              <a:rPr dirty="0"/>
              <a:t>⚙️ </a:t>
            </a:r>
            <a:r>
              <a:rPr b="1" dirty="0"/>
              <a:t>Tools: </a:t>
            </a:r>
            <a:r>
              <a:rPr dirty="0"/>
              <a:t>Python, TensorFlow, </a:t>
            </a:r>
            <a:r>
              <a:rPr dirty="0" err="1"/>
              <a:t>Keras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3EE36-E9CB-180E-5637-08E72E785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 Your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Experts, researchers, or general audience? Adjust your language accordingly.</a:t>
            </a:r>
          </a:p>
          <a:p>
            <a:r>
              <a:t>Focus on one clear central message.</a:t>
            </a:r>
          </a:p>
          <a:p>
            <a:r>
              <a:t>Simplify AI terms for non-experts.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57D5C-80BB-8A46-96D2-2F6F44DB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Rehearse Your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Practice multiple times – record yourself if possible.</a:t>
            </a:r>
          </a:p>
          <a:p>
            <a:r>
              <a:t>Check timing, visuals, and projector settings.</a:t>
            </a:r>
          </a:p>
          <a:p>
            <a:r>
              <a:t>Rehearse in front of peers for feedback.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2BCF8-5EA1-ADFB-6BBA-AF5BB15D8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Delivering Your Talk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Speak slowly and clearly – avoid reading slides.</a:t>
            </a:r>
          </a:p>
          <a:p>
            <a:r>
              <a:t>Face the audience and engage with eye contact.</a:t>
            </a:r>
          </a:p>
          <a:p>
            <a:r>
              <a:t>Show enthusiasm and confidence!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E4A76-9197-FC7D-15CE-A45679DAF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Repeat the question to give yourself time to think.</a:t>
            </a:r>
          </a:p>
          <a:p>
            <a:r>
              <a:t>If unsure, say 'I’ll look into that.'</a:t>
            </a:r>
          </a:p>
          <a:p>
            <a:r>
              <a:t>Be respectful and professional in your responses.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2D9DD-119A-1CE1-BBF1-F193F698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  <a:r>
              <a:rPr dirty="0"/>
              <a:t>– Mini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lang="en-US" dirty="0"/>
              <a:t>C</a:t>
            </a:r>
            <a:r>
              <a:rPr dirty="0"/>
              <a:t>reate </a:t>
            </a:r>
            <a:r>
              <a:rPr lang="en-US" dirty="0"/>
              <a:t>a </a:t>
            </a:r>
            <a:r>
              <a:rPr dirty="0"/>
              <a:t>mini-presentation on your AI topic.</a:t>
            </a:r>
          </a:p>
          <a:p>
            <a:r>
              <a:rPr dirty="0"/>
              <a:t>Include: Title, Objective, Method, Result, Conclusion.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FD1BD-53E7-55D7-B338-D5582AF5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476</Words>
  <Application>Microsoft Office PowerPoint</Application>
  <PresentationFormat>On-screen Show (4:3)</PresentationFormat>
  <Paragraphs>79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</vt:lpstr>
      <vt:lpstr>How to Make a Scientific Presentation</vt:lpstr>
      <vt:lpstr>Objectives</vt:lpstr>
      <vt:lpstr>Why Presentations Matter in AI</vt:lpstr>
      <vt:lpstr>Structure of a Scientific Presentation</vt:lpstr>
      <vt:lpstr>Preparing Effective Slides</vt:lpstr>
      <vt:lpstr>Activity 1 – Visual Comparison</vt:lpstr>
      <vt:lpstr>Deep Learning Presentation</vt:lpstr>
      <vt:lpstr>CNN Model Performance Summary</vt:lpstr>
      <vt:lpstr>Know Your Audience</vt:lpstr>
      <vt:lpstr>Rehearse Your Talk</vt:lpstr>
      <vt:lpstr>Delivering Your Talk</vt:lpstr>
      <vt:lpstr>Handling Questions</vt:lpstr>
      <vt:lpstr>Homework– Mini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zeinab</dc:creator>
  <cp:keywords/>
  <dc:description>generated using python-pptx</dc:description>
  <cp:lastModifiedBy>Zeinab Abbas</cp:lastModifiedBy>
  <cp:revision>10</cp:revision>
  <dcterms:created xsi:type="dcterms:W3CDTF">2013-01-27T09:14:16Z</dcterms:created>
  <dcterms:modified xsi:type="dcterms:W3CDTF">2025-11-07T09:55:39Z</dcterms:modified>
  <cp:category/>
</cp:coreProperties>
</file>